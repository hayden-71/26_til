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000000"/>
                </a:solidFill>
              </a:defRPr>
            </a:pPr>
            <a:r>
              <a:t>유도 소개 및 적절한 운동 시간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2000">
                <a:solidFill>
                  <a:srgbClr val="000000"/>
                </a:solidFill>
              </a:defRPr>
            </a:pPr>
            <a:r>
              <a:t>유도란?</a:t>
            </a:r>
            <a:br/>
            <a:br/>
            <a:r>
              <a:t>유도는 일본에서 고안된 무도, 스스로의 힘과 상대방의 힘을 이용하여 기술을 수행하는 스포츠입니다.</a:t>
            </a:r>
            <a:br/>
            <a:br/>
            <a:r>
              <a:t>수준별 운동 시간</a:t>
            </a:r>
            <a:br/>
            <a:r>
              <a:t>초급: 주 2-3회, 한 번에 1시간</a:t>
            </a:r>
            <a:br/>
            <a:r>
              <a:t>중급: 주 3-4회, 한 번에 1.5시간</a:t>
            </a:r>
            <a:br/>
            <a:r>
              <a:t>고급: 주 4-5회, 한 번에 2시간 이상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000000"/>
                </a:solidFill>
              </a:defRPr>
            </a:pPr>
            <a:r>
              <a:t>유도의 기본 동작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2000">
                <a:solidFill>
                  <a:srgbClr val="000000"/>
                </a:solidFill>
              </a:defRPr>
            </a:pPr>
            <a:r>
              <a:t>황당</a:t>
            </a:r>
            <a:br/>
            <a:r>
              <a:t>상대의 중심을 무너뜨리는 기본 동작</a:t>
            </a:r>
            <a:br/>
            <a:br/>
            <a:r>
              <a:t>목잡기</a:t>
            </a:r>
            <a:br/>
            <a:r>
              <a:t>상대의 팔이나 어깨를 잡아 균형을 잃게 함</a:t>
            </a:r>
            <a:br/>
            <a:br/>
            <a:r>
              <a:t>족도</a:t>
            </a:r>
            <a:br/>
            <a:r>
              <a:t>발을 사용하여 상대를 넘어뜨리는 기술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4000">
                <a:solidFill>
                  <a:srgbClr val="000000"/>
                </a:solidFill>
              </a:defRPr>
            </a:pPr>
            <a:r>
              <a:t>도복 입는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73152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0" sz="2000">
                <a:solidFill>
                  <a:srgbClr val="000000"/>
                </a:solidFill>
              </a:defRPr>
            </a:pPr>
            <a:r>
              <a:t>도복의 구성</a:t>
            </a:r>
            <a:br/>
            <a:r>
              <a:t>자켓, 바지, 벨트</a:t>
            </a:r>
            <a:br/>
            <a:br/>
            <a:r>
              <a:t>입는 법</a:t>
            </a:r>
            <a:br/>
            <a:r>
              <a:t>자켓을 어깨에 걸치고 앞으로 단정히 당겨 입습니다.</a:t>
            </a:r>
            <a:br/>
            <a:r>
              <a:t>바지를 허리에 맞게 조절하여 수월히 움직일 수 있도록 합니다.</a:t>
            </a:r>
            <a:br/>
            <a:r>
              <a:t>벨트를 묶을 때는 묶은 매듭이 빠지지 않도록 두 번 감아서 단단히 묶습니다.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